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ToolY Upload Policy — Common Failures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to interpret ERR-UPL-013 and resolve it quickly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ERR-UPL-013: File type not allowed</a:t>
            </a:r>
          </a:p>
        </p:txBody>
      </p:sp>
      <p:pic>
        <p:nvPicPr>
          <p:cNvPr id="3" name="Picture 2" descr="tooly_upload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Resolution: upload only allowed extensions (.csv .xlsx .pdf); request policy change for new 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