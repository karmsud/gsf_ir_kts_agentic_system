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SecureVault Access &amp; MFA — Common Issues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to handle ERR-ACL-002 and ERR-MFA-009 quickly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ERR-ACL-002: Role missing</a:t>
            </a:r>
          </a:p>
        </p:txBody>
      </p:sp>
      <p:pic>
        <p:nvPicPr>
          <p:cNvPr id="3" name="Picture 2" descr="ui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863840" cy="4421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ERR-MFA-009: Device time skew</a:t>
            </a:r>
          </a:p>
        </p:txBody>
      </p:sp>
      <p:pic>
        <p:nvPicPr>
          <p:cNvPr id="3" name="Picture 2" descr="ui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863840" cy="4421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